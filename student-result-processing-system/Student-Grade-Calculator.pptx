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603AB"/>
            </a:gs>
            <a:gs pos="21001">
              <a:srgbClr val="0819FB"/>
            </a:gs>
            <a:gs pos="35001">
              <a:srgbClr val="1A8D48"/>
            </a:gs>
            <a:gs pos="52000">
              <a:srgbClr val="FFFF00"/>
            </a:gs>
            <a:gs pos="73000">
              <a:srgbClr val="EE3F17"/>
            </a:gs>
            <a:gs pos="88000">
              <a:srgbClr val="E81766"/>
            </a:gs>
            <a:gs pos="100000">
              <a:srgbClr val="A603AB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7512310-C05E-4765-843F-B945B28282F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8468B727-B015-4EBC-8E6B-05AE04DD56F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Student Grade Calculator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Fast, Accurate, and Easy-to-Use Grade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tx1"/>
                </a:solidFill>
              </a:rPr>
              <a:t>Computation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457200"/>
            <a:ext cx="6248400" cy="1676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Student Grade Calculator</a:t>
            </a:r>
            <a:endParaRPr lang="en-US" sz="4400" dirty="0"/>
          </a:p>
        </p:txBody>
      </p:sp>
      <p:sp>
        <p:nvSpPr>
          <p:cNvPr id="3" name="Rectangle 2"/>
          <p:cNvSpPr/>
          <p:nvPr/>
        </p:nvSpPr>
        <p:spPr>
          <a:xfrm>
            <a:off x="990600" y="2667000"/>
            <a:ext cx="7848600" cy="3581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/>
              <a:t>1. </a:t>
            </a:r>
            <a:r>
              <a:rPr lang="en-US" sz="2800" dirty="0"/>
              <a:t>*</a:t>
            </a:r>
            <a:r>
              <a:rPr lang="en-US" sz="2800" b="1" dirty="0"/>
              <a:t>Abstract</a:t>
            </a:r>
            <a:r>
              <a:rPr lang="en-US" sz="2800" dirty="0"/>
              <a:t>* – short summary of your project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2. </a:t>
            </a:r>
            <a:r>
              <a:rPr lang="en-US" sz="2800" dirty="0"/>
              <a:t>*</a:t>
            </a:r>
            <a:r>
              <a:rPr lang="en-US" sz="2800" b="1" dirty="0"/>
              <a:t>Problem Definition</a:t>
            </a:r>
            <a:r>
              <a:rPr lang="en-US" sz="2800" dirty="0"/>
              <a:t>*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43 </a:t>
            </a:r>
            <a:r>
              <a:rPr lang="en-US" sz="2800" dirty="0"/>
              <a:t>*</a:t>
            </a:r>
            <a:r>
              <a:rPr lang="en-US" sz="2800" b="1" dirty="0"/>
              <a:t>Algorithm and Flowchart</a:t>
            </a:r>
            <a:r>
              <a:rPr lang="en-US" sz="2800" dirty="0"/>
              <a:t>*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4. </a:t>
            </a:r>
            <a:r>
              <a:rPr lang="en-US" sz="2800" dirty="0"/>
              <a:t>*</a:t>
            </a:r>
            <a:r>
              <a:rPr lang="en-US" sz="2800" b="1" dirty="0"/>
              <a:t>Program Code</a:t>
            </a:r>
            <a:r>
              <a:rPr lang="en-US" sz="2800" dirty="0"/>
              <a:t>*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5. </a:t>
            </a:r>
            <a:r>
              <a:rPr lang="en-US" sz="2800" dirty="0"/>
              <a:t>*</a:t>
            </a:r>
            <a:r>
              <a:rPr lang="en-US" sz="2800" b="1" dirty="0"/>
              <a:t>Output Screenshots</a:t>
            </a:r>
            <a:r>
              <a:rPr lang="en-US" sz="2800" dirty="0"/>
              <a:t>*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6. </a:t>
            </a:r>
            <a:r>
              <a:rPr lang="en-US" sz="2800" dirty="0"/>
              <a:t>*</a:t>
            </a:r>
            <a:r>
              <a:rPr lang="en-US" sz="2800" b="1" dirty="0"/>
              <a:t>Testing Table</a:t>
            </a:r>
            <a:r>
              <a:rPr lang="en-US" sz="2800" dirty="0"/>
              <a:t>*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7. </a:t>
            </a:r>
            <a:r>
              <a:rPr lang="en-US" sz="2800" dirty="0"/>
              <a:t>*</a:t>
            </a:r>
            <a:r>
              <a:rPr lang="en-US" sz="2800" b="1" dirty="0"/>
              <a:t>Conclusion and Future Scope</a:t>
            </a:r>
            <a:r>
              <a:rPr lang="en-US" sz="2800" dirty="0"/>
              <a:t>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609600"/>
            <a:ext cx="4648200" cy="990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1.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84</TotalTime>
  <Words>27</Words>
  <Application>Microsoft Office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Concourse</vt:lpstr>
      <vt:lpstr>Student Grade Calculator</vt:lpstr>
      <vt:lpstr>Slide 2</vt:lpstr>
      <vt:lpstr>Slide 3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 Calculator</dc:title>
  <dc:creator>Sandeep Kumar</dc:creator>
  <cp:lastModifiedBy>Sandeep Kumar</cp:lastModifiedBy>
  <cp:revision>9</cp:revision>
  <dcterms:created xsi:type="dcterms:W3CDTF">2025-11-01T05:39:48Z</dcterms:created>
  <dcterms:modified xsi:type="dcterms:W3CDTF">2025-11-01T07:04:33Z</dcterms:modified>
</cp:coreProperties>
</file>